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04B75-2124-45E7-CBC3-2A8761E93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3503D-D2F7-1FDB-0426-FD8C3C2D7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BA1E-E778-AC9A-6263-45865849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80185-FC92-C5F2-E87F-137E9E81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6800-7CA2-CED9-C88F-A0A5CF43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176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82CF-075C-477B-798A-58C43437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0676A-40ED-D6AD-E0D4-44FE02391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0A61F-E14B-5585-C3FA-F48617424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978EE-873B-96DC-2379-85F4F228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64B9D-E3CA-75EA-A043-ED07532C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67721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4E871-EB2B-A91E-F8E8-9F4F51F33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E3EC-9856-33D4-A651-DF84CA7D9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5EF68-EE07-A603-CC8A-16F898277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C10A-993D-51DC-105A-AA5720FA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D3446-CCEC-7BCE-E28D-5610E641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52158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D81A-EE4D-BAE0-1122-BDA504DB8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A7E20-81F3-A187-D283-C1F9E556D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7A31E-9303-AE24-D7A9-812FD721F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D7E47-ADD8-7911-872D-E3233E803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01AC8-EDD5-3883-3A37-ADC6384C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16653-7DEC-5850-A789-1892EA30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34765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A0B1-F2E2-49B6-1726-55616D77E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EE073-97E8-031F-BA5D-7A18717FF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80985-1F43-2EC7-CBAA-630C764DB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489DF2-AC3A-549B-F453-19D392FF9F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058E3-E766-F0C0-24A1-13460CA65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2C7C6-C1BA-4CDD-41DF-B90CF0E6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A81D2-5C6F-2D55-A998-F27A361BF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C90F2-848D-6EDE-C316-3EF337E3C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42397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DA7E-014D-AFED-F023-7B6E0A5F1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617A96-A612-8A2A-03D3-035ABA987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C0415-9632-7FA2-BA1D-9F676FD6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8FC55-FAF5-AD97-46A5-70122D985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4959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E69F5-BC5A-ACF3-BBC3-7F5EBFE59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55077-85D4-B307-3BB8-35B92BBCD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760D-2AD0-A859-38A4-9AB70767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65370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01A8B-1E91-A447-89E2-6ECDC2589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743CB-2239-B970-14B1-2C4005F94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E658A-1354-82A5-8A71-D54B56FF1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FC5FB-EF07-4FCB-6F3B-B209D172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2023A-2CAA-E0F4-9456-91F6845A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7A5E-6687-0464-1FC0-8AA69894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038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148DE-4309-F46B-D416-25F9339D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669D8-2A45-7137-AC75-5132EE00B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7F2DE-A67D-1ADF-7BE2-73EED5119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88D55-2652-AF60-C6C9-3258112C0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A34D2-F5BB-EBE0-3E02-E46E119E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998F4-5F53-433D-938C-1608FF98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2743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DF6AC-7695-4422-B21E-DD998E26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842BF-40D3-2CD7-2B6D-404CB5813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D06D5-338C-71E8-C473-D1AA14C3D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D5640-0723-FC04-6D5F-D993F005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EB250-EFC4-9DD0-E452-26599D42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6856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8A05DF-2CA7-DADF-FE1A-52B007EA2B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29629-D428-A9A3-E366-C4BE91BC9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ED8F2-E8B3-6EFE-308A-0050FA4A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EE894-3668-ADEB-3FFB-046C920C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5C740-CEDF-47E1-8E47-817FAF91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578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28DB2-8157-E3A0-AE18-89958498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5CE3F-25B5-812D-3B27-C6A52B9FD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9F7F3-4AA5-4304-2B20-9C732E207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BF8B2-B501-47AE-9400-A1F93D77FDE3}" type="datetimeFigureOut">
              <a:rPr lang="en-SE" smtClean="0"/>
              <a:t>2025-12-12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B58E-3698-1010-6160-734067D53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A3EFC-156D-DA43-8B48-A4C5F0E18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0BEBB-4D3E-42EC-AC89-BD43C3566F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76375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3CF8D9-2BD6-CDE8-9038-19F484ED3A7A}"/>
              </a:ext>
            </a:extLst>
          </p:cNvPr>
          <p:cNvSpPr/>
          <p:nvPr/>
        </p:nvSpPr>
        <p:spPr>
          <a:xfrm>
            <a:off x="169682" y="200771"/>
            <a:ext cx="11491275" cy="63791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D52A7ED0-5852-5AD9-6C0B-5AFAFFF0D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346" y="1523734"/>
            <a:ext cx="5107357" cy="339923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DBD90BDF-435E-78C7-52C4-1E5C7ADE51FA}"/>
              </a:ext>
            </a:extLst>
          </p:cNvPr>
          <p:cNvSpPr/>
          <p:nvPr/>
        </p:nvSpPr>
        <p:spPr>
          <a:xfrm>
            <a:off x="3649055" y="200771"/>
            <a:ext cx="5024926" cy="54271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zlib</a:t>
            </a:r>
            <a:r>
              <a:rPr lang="en-US" dirty="0"/>
              <a:t>[Autoencoder Bottleneck Features]</a:t>
            </a:r>
            <a:endParaRPr lang="en-SE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58A6C3F-D434-9F79-6DD3-456186E2E577}"/>
              </a:ext>
            </a:extLst>
          </p:cNvPr>
          <p:cNvSpPr/>
          <p:nvPr/>
        </p:nvSpPr>
        <p:spPr>
          <a:xfrm>
            <a:off x="3649054" y="862252"/>
            <a:ext cx="5024925" cy="54271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zlib</a:t>
            </a:r>
            <a:r>
              <a:rPr lang="en-US" dirty="0"/>
              <a:t>[Optional Spare Error Correction Matrices]</a:t>
            </a:r>
            <a:endParaRPr lang="en-SE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3EC7B56-4CB0-4195-B9D8-469FC80EF056}"/>
              </a:ext>
            </a:extLst>
          </p:cNvPr>
          <p:cNvSpPr/>
          <p:nvPr/>
        </p:nvSpPr>
        <p:spPr>
          <a:xfrm>
            <a:off x="3869819" y="5453035"/>
            <a:ext cx="4804161" cy="5427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zlib</a:t>
            </a:r>
            <a:r>
              <a:rPr lang="en-US" dirty="0"/>
              <a:t>[raw dataset]</a:t>
            </a:r>
            <a:endParaRPr lang="en-SE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F6DB80-EE45-E723-54B4-04384A48A3F6}"/>
              </a:ext>
            </a:extLst>
          </p:cNvPr>
          <p:cNvSpPr/>
          <p:nvPr/>
        </p:nvSpPr>
        <p:spPr>
          <a:xfrm>
            <a:off x="9435828" y="2445685"/>
            <a:ext cx="2059536" cy="15553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Reconstructed images</a:t>
            </a:r>
            <a:endParaRPr lang="en-SE" dirty="0"/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084BCAEA-DFA5-C539-74E7-7DC24D60DFFB}"/>
              </a:ext>
            </a:extLst>
          </p:cNvPr>
          <p:cNvSpPr/>
          <p:nvPr/>
        </p:nvSpPr>
        <p:spPr>
          <a:xfrm rot="5400000">
            <a:off x="9446134" y="596446"/>
            <a:ext cx="1253834" cy="1274447"/>
          </a:xfrm>
          <a:prstGeom prst="ben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EDC6C539-C358-AA1B-3819-DFF6BE718F18}"/>
              </a:ext>
            </a:extLst>
          </p:cNvPr>
          <p:cNvSpPr/>
          <p:nvPr/>
        </p:nvSpPr>
        <p:spPr>
          <a:xfrm>
            <a:off x="2014296" y="496384"/>
            <a:ext cx="1253834" cy="1274447"/>
          </a:xfrm>
          <a:prstGeom prst="ben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49485EC3-5303-380B-14AA-F37B9CB5288F}"/>
              </a:ext>
            </a:extLst>
          </p:cNvPr>
          <p:cNvSpPr/>
          <p:nvPr/>
        </p:nvSpPr>
        <p:spPr>
          <a:xfrm flipV="1">
            <a:off x="2048755" y="4619134"/>
            <a:ext cx="1423446" cy="137661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B9B726-7303-B7AA-2867-2B681CD3AA15}"/>
              </a:ext>
            </a:extLst>
          </p:cNvPr>
          <p:cNvSpPr/>
          <p:nvPr/>
        </p:nvSpPr>
        <p:spPr>
          <a:xfrm>
            <a:off x="338593" y="2458804"/>
            <a:ext cx="2059536" cy="15553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 Dataset</a:t>
            </a:r>
            <a:endParaRPr lang="en-SE" dirty="0"/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A48B13E9-2163-A459-F2D3-A8F42EB96CF3}"/>
              </a:ext>
            </a:extLst>
          </p:cNvPr>
          <p:cNvSpPr/>
          <p:nvPr/>
        </p:nvSpPr>
        <p:spPr>
          <a:xfrm rot="16200000" flipV="1">
            <a:off x="9357276" y="4497561"/>
            <a:ext cx="1423446" cy="137661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99FB88-B376-715B-303C-989B7B1F0955}"/>
              </a:ext>
            </a:extLst>
          </p:cNvPr>
          <p:cNvSpPr txBox="1"/>
          <p:nvPr/>
        </p:nvSpPr>
        <p:spPr>
          <a:xfrm>
            <a:off x="338593" y="490394"/>
            <a:ext cx="15224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(a) Transfer information through autoencoder latent space + optional sparse error matrices. We apply </a:t>
            </a:r>
            <a:r>
              <a:rPr lang="en-US" sz="1200" dirty="0" err="1"/>
              <a:t>zlib</a:t>
            </a:r>
            <a:r>
              <a:rPr lang="en-US" sz="1200" dirty="0"/>
              <a:t> to these quantities.</a:t>
            </a:r>
            <a:endParaRPr lang="en-SE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0A0FC6-19DE-16D9-B1E6-381FD25993A8}"/>
              </a:ext>
            </a:extLst>
          </p:cNvPr>
          <p:cNvSpPr txBox="1"/>
          <p:nvPr/>
        </p:nvSpPr>
        <p:spPr>
          <a:xfrm>
            <a:off x="357483" y="4492195"/>
            <a:ext cx="15224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(b) Transfer information by direct lossless compression with </a:t>
            </a:r>
            <a:r>
              <a:rPr lang="en-US" sz="1200" dirty="0" err="1"/>
              <a:t>zlib</a:t>
            </a:r>
            <a:r>
              <a:rPr lang="en-US" sz="1200" dirty="0"/>
              <a:t> of the whole dataset.</a:t>
            </a:r>
            <a:endParaRPr lang="en-SE" sz="1200" dirty="0"/>
          </a:p>
        </p:txBody>
      </p:sp>
    </p:spTree>
    <p:extLst>
      <p:ext uri="{BB962C8B-B14F-4D97-AF65-F5344CB8AC3E}">
        <p14:creationId xmlns:p14="http://schemas.microsoft.com/office/powerpoint/2010/main" val="1243910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DED49A-90C8-5C1B-E782-CE9BDE3DF27E}"/>
              </a:ext>
            </a:extLst>
          </p:cNvPr>
          <p:cNvSpPr/>
          <p:nvPr/>
        </p:nvSpPr>
        <p:spPr>
          <a:xfrm>
            <a:off x="1304925" y="1743075"/>
            <a:ext cx="8429625" cy="2971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C80CAD-E3AF-052D-E861-E3D8BEE3C12B}"/>
              </a:ext>
            </a:extLst>
          </p:cNvPr>
          <p:cNvSpPr/>
          <p:nvPr/>
        </p:nvSpPr>
        <p:spPr>
          <a:xfrm>
            <a:off x="1482571" y="2055180"/>
            <a:ext cx="2374777" cy="2401409"/>
          </a:xfrm>
          <a:prstGeom prst="ellipse">
            <a:avLst/>
          </a:prstGeom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</a:t>
            </a:r>
            <a:endParaRPr lang="en-S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92E8DB8-170E-0032-1BBC-6964240AAC1C}"/>
              </a:ext>
            </a:extLst>
          </p:cNvPr>
          <p:cNvSpPr/>
          <p:nvPr/>
        </p:nvSpPr>
        <p:spPr>
          <a:xfrm>
            <a:off x="4792462" y="2654424"/>
            <a:ext cx="1303538" cy="1154096"/>
          </a:xfrm>
          <a:prstGeom prst="ellipse">
            <a:avLst/>
          </a:prstGeom>
          <a:solidFill>
            <a:schemeClr val="accent2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Projection on smaller subspace</a:t>
            </a:r>
            <a:endParaRPr lang="en-SE" sz="12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73FAC18-4A67-1ABA-5609-4823FB4AE56C}"/>
              </a:ext>
            </a:extLst>
          </p:cNvPr>
          <p:cNvSpPr/>
          <p:nvPr/>
        </p:nvSpPr>
        <p:spPr>
          <a:xfrm>
            <a:off x="7031114" y="2066277"/>
            <a:ext cx="2374777" cy="2330388"/>
          </a:xfrm>
          <a:prstGeom prst="ellipse">
            <a:avLst/>
          </a:prstGeom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Reconstructed Dataset</a:t>
            </a:r>
            <a:endParaRPr lang="en-SE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C0B8E4C-4785-973D-08B3-EE548F49AB95}"/>
              </a:ext>
            </a:extLst>
          </p:cNvPr>
          <p:cNvSpPr/>
          <p:nvPr/>
        </p:nvSpPr>
        <p:spPr>
          <a:xfrm>
            <a:off x="4043039" y="3033942"/>
            <a:ext cx="563732" cy="443883"/>
          </a:xfrm>
          <a:prstGeom prst="rightArrow">
            <a:avLst/>
          </a:prstGeom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CA207C3-37D2-BC6E-3C68-01A6B16828E7}"/>
              </a:ext>
            </a:extLst>
          </p:cNvPr>
          <p:cNvSpPr/>
          <p:nvPr/>
        </p:nvSpPr>
        <p:spPr>
          <a:xfrm>
            <a:off x="6281691" y="3009530"/>
            <a:ext cx="563732" cy="443883"/>
          </a:xfrm>
          <a:prstGeom prst="rightArrow">
            <a:avLst/>
          </a:prstGeom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8862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68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Cehovin</dc:creator>
  <cp:lastModifiedBy>Aleksander Cehovin</cp:lastModifiedBy>
  <cp:revision>3</cp:revision>
  <dcterms:created xsi:type="dcterms:W3CDTF">2025-12-08T21:07:48Z</dcterms:created>
  <dcterms:modified xsi:type="dcterms:W3CDTF">2025-12-12T08:19:05Z</dcterms:modified>
</cp:coreProperties>
</file>